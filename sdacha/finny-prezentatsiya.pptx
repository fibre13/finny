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65" r:id="rId2"/>
    <p:sldId id="366" r:id="rId3"/>
    <p:sldId id="362" r:id="rId4"/>
    <p:sldId id="364" r:id="rId5"/>
    <p:sldId id="375" r:id="rId6"/>
    <p:sldId id="374" r:id="rId7"/>
    <p:sldId id="260" r:id="rId8"/>
    <p:sldId id="262" r:id="rId9"/>
    <p:sldId id="267" r:id="rId10"/>
    <p:sldId id="371" r:id="rId11"/>
    <p:sldId id="272" r:id="rId12"/>
    <p:sldId id="268" r:id="rId13"/>
    <p:sldId id="376" r:id="rId14"/>
    <p:sldId id="377" r:id="rId1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4"/>
            <p14:sldId id="260"/>
            <p14:sldId id="262"/>
            <p14:sldId id="267"/>
            <p14:sldId id="371"/>
            <p14:sldId id="272"/>
            <p14:sldId id="268"/>
            <p14:sldId id="376"/>
            <p14:sldId id="377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29" d="100"/>
          <a:sy n="129" d="100"/>
        </p:scale>
        <p:origin x="138" y="19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Проект на двоих (One for two)</a:t>
            </a:r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503999" y="396000"/>
            <a:ext cx="2144506" cy="93600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«Питомец Финни» — прототип Android-приложения по финансовой грамотности для детей 7–11 лет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Сезон — три игровых дня, игровой день равен календарным суткам. Двор из пиксельных предметов ведёт по шагам. Ошибка безопасна: при нехватке монет на нужное можно взять из копилки, после неудачного дня есть путь восстановления.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Владимир Чугунов, финтех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команда собрана для конкурса из специалистов финтеха и бигтеха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места работы: финтех (Владимир Чугунов), бигтех (Ольга Симонова)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Ребёнок заботится о виртуальном питомце на игровые монеты: раскладывает монеты сезона по банкам «Нужное», «Хочу» и «Копим на мечту», решает события дня, делает покупки, копит на мечту и решает финансовые задания.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команде: игровая экономика, учебный контент, дизайн</a:t>
            </a:r>
            <a:endParaRPr lang="en-US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мессенджере: </a:t>
            </a:r>
            <a:r>
              <a:rPr lang="en-US" sz="1200" dirty="0">
                <a:solidFill>
                  <a:schemeClr val="tx1"/>
                </a:solidFill>
              </a:rPr>
              <a:t>@Olga_si_olga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телефона: 89858175373 </a:t>
            </a:r>
            <a:endParaRPr lang="en-US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работы: </a:t>
            </a:r>
            <a:r>
              <a:rPr lang="ru-RU" sz="1200" dirty="0" err="1">
                <a:solidFill>
                  <a:schemeClr val="tx1"/>
                </a:solidFill>
              </a:rPr>
              <a:t>бигтех</a:t>
            </a:r>
            <a:r>
              <a:rPr lang="ru-RU" sz="1200" dirty="0">
                <a:solidFill>
                  <a:schemeClr val="tx1"/>
                </a:solidFill>
              </a:rPr>
              <a:t>, Москва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Ольга Симонова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Picture Placeholder 4" descr="Владимир Чугунов, разработка, графика, тестирование">
            <a:extLst>
              <a:ext uri="{FF2B5EF4-FFF2-40B4-BE49-F238E27FC236}">
                <a16:creationId xmlns:a16="http://schemas.microsoft.com/office/drawing/2014/main" id="{83E09E36-AEAC-6E54-94E4-CD045314CA6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7" r="8397"/>
          <a:stretch>
            <a:fillRect/>
          </a:stretch>
        </p:blipFill>
        <p:spPr>
          <a:xfrm>
            <a:off x="581025" y="1816100"/>
            <a:ext cx="1722438" cy="1552575"/>
          </a:xfrm>
        </p:spPr>
      </p:pic>
      <p:pic>
        <p:nvPicPr>
          <p:cNvPr id="8" name="Picture Placeholder 7" descr="Ольга Симонова, игровая экономика, учебный контент, дизайн">
            <a:extLst>
              <a:ext uri="{FF2B5EF4-FFF2-40B4-BE49-F238E27FC236}">
                <a16:creationId xmlns:a16="http://schemas.microsoft.com/office/drawing/2014/main" id="{D3FF9846-F9A7-B709-1BBE-64A7B90ABDE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7" r="8097"/>
          <a:stretch>
            <a:fillRect/>
          </a:stretch>
        </p:blipFill>
        <p:spPr>
          <a:xfrm>
            <a:off x="2886075" y="1827213"/>
            <a:ext cx="1722438" cy="1541462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СОСТАВ КОМАНДЫ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 fontScale="92500" lnSpcReduction="20000"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команде: разработка, графика, тестирование</a:t>
            </a:r>
            <a:endParaRPr lang="en-US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мессенджере: </a:t>
            </a:r>
            <a:r>
              <a:rPr lang="en-US" sz="1200" dirty="0">
                <a:solidFill>
                  <a:schemeClr val="tx1"/>
                </a:solidFill>
              </a:rPr>
              <a:t>@dotvz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телефона:</a:t>
            </a:r>
            <a:r>
              <a:rPr lang="en-US" sz="1200" dirty="0">
                <a:solidFill>
                  <a:schemeClr val="tx1"/>
                </a:solidFill>
              </a:rPr>
              <a:t> 89257750880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работы: финтех,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Владимир Чугунов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Два специалиста — из финтеха и бигтеха. Прототип выполнен в сроки регламента, 15.09–29.09.2026: 18 сборок, версии 0.1.0–0.9.0.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Баланс экономики: сначала за день можно было купить всё. Монеты приходят раз в сезон, события дня требуют решений, а задания открывают сюрпризы в лавке.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Внимание ребёнка: на главном экране было много призывов. Экран стал двором, где подсказка выделяет один предмет — следующий шаг дня.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Задача объединяет финансы и массовый продукт. Детям 7–11 лет нужна среда, где решение о деньгах принимается самостоятельно, а ошибка исправима.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Kotlin, Jetpack Compose, Room; Android 8.0 и выше, без сети, серверной части и разрешений.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Модули: core-economy — правила экономики на чистом Kotlin; content — задания, каталог, цели и словарик в JSON; data — база Room версии 10 с переходами; app — экраны.</a:t>
            </a:r>
          </a:p>
          <a:p>
            <a:r>
              <a:rPr lang="ru-RU" sz="1400" dirty="0">
                <a:solidFill>
                  <a:schemeClr val="tx1"/>
                </a:solidFill>
              </a:rPr>
              <a:t>311 автоматических тестов, 182 тест-кейса, собственная пиксельная графика, подписанный релиз 0.9.0; проверено на Android 8 и Android 16.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Бесплатное просветительское приложение для RuStore: черновик карточки, снимки экрана и возрастная маркировка 0+ подготовлены.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Применение: занятия по финансовой грамотности в начальной школе, семейное использование при участии взрослого.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Развитие: несколько профилей на устройстве, смена сложности, новые темы Единой рамки — иностранная валюта, права потребителя, налоги.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60000" y="324000"/>
            <a:ext cx="4680000" cy="612000"/>
          </a:xfrm>
          <a:prstGeom prst="roundRect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Проблема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Карманные деньги и семейные покупки появляются у ребёнка раньше понимания, откуда берутся деньги. Абстрактные объяснения утомляют; нет среды, где решение принимается самостоятельно, а ошибка исправляется без риска.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Аудитория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Дети 7–11 лет: читают короткие фразы и уверенно считают. Взрослый поддерживает, но не решает за ребёнка — у него отдельный раздел за барьером с прогрессом и настройками.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Ожидаемый эффект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После базового цикла ребёнок понимает, зачем планировать расходы, различает нужное и желаемое и видит, как небольшие регулярные накопления приближают цель.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432000"/>
            <a:ext cx="11331221" cy="376138"/>
          </a:xfrm>
        </p:spPr>
        <p:txBody>
          <a:bodyPr/>
          <a:lstStyle/>
          <a:p>
            <a:r>
              <a:t>ПРОБЛЕМА И АУДИТОРИЯ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558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Бюджет и его пределы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План дня не превышает баланс, остаток виден; «План и факт» в итогах дня.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«Доходы и расходы… Финансовое планирование», базовый и продвинутый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Нужное и желаемое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Направления «Нужное» и «Хочу» в плане, лавке и заданиях: корм важнее мячика.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«Доходы и расходы… Финансовое планирование», базовый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Покупки при ограниченном бюджете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До покупки видны цена, направление и польза; при нехватке — задание, дешевле или позже.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«Платежи и покупки», «Цены на товары и услуги», базовый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Цель и регулярные накопления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Мечта выбирается первой, взнос в копилку — в плане, срок цели считается от взносов.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«Личные сбережения», базовый и продвинутый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Оценка своих решений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Итоги дня: шаги роста «да / нет» с причиной; объяснение после каждого задания.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«Доходы и расходы…», продвинутый; «Личные сбережения», базовый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Приложение при участии взрослого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Раздел для взрослого: чему учит игра, прогресс, экранное время, сброс профиля.</a:t>
            </a:r>
          </a:p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FF0053"/>
                </a:solidFill>
              </a:rPr>
              <a:t>Рамка: «Цифровая среда» (планирование личных финансов), базовый и продвинутый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220000" cy="376138"/>
          </a:xfrm>
        </p:spPr>
        <p:txBody>
          <a:bodyPr/>
          <a:lstStyle/>
          <a:p>
            <a:r>
              <a:t>ОБРАЗОВАТЕЛЬНЫЕ РЕЗУЛЬТАТЫ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6192000"/>
            <a:ext cx="100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900" b="0">
                <a:solidFill>
                  <a:srgbClr val="520978"/>
                </a:solidFill>
              </a:rPr>
              <a:t>Шесть приоритетных компетенций раздела 1 ТЗ; темы и уровни — Единая рамка компетенций по финансовой грамотности, редакция 2026, начальное общее образование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9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Питомец превращает абстрактный бюджет в заботу о персонаже: у каждой монеты есть видимое последствие.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Сначала выбор, затем финансовое и игровое последствие. Самочувствие меняется от отдельной покупки, рост — только от серии решений за несколько дней.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Темы Единой рамки для 7–11 лет: доходы и расходы, финансовое планирование, платежи и покупки, цены, личные сбережения.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Нужное → «Забота»: без корма питомец голоден, это видно на дворе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Желаемое → «Радость»: игрушки и украшения можно отложить на завтра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Копилка → мечта: самокат, аквариум или праздник для друзей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Мечты → рост: две мечты и девять заданий — и питомец становится подростком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Ошибка без наказания: питомец не болеет, есть задание «Помоги своему питомцу»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600000" cy="376138"/>
          </a:xfrm>
        </p:spPr>
        <p:txBody>
          <a:bodyPr/>
          <a:lstStyle/>
          <a:p>
            <a:r>
              <a:t>ПОЧЕМУ ПИТОМЕЦ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7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Подарок и профиль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782075"/>
            <a:ext cx="2526079" cy="112068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Питомец, игровое имя, уровень заданий; 50 стартовых монет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События дня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782075"/>
            <a:ext cx="2526079" cy="112068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Три в день, два затратных не подряд; предмет — только из лавки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Итоги сезона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782075"/>
            <a:ext cx="2526079" cy="112068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План и факт по банкам; остаток — в копилку; 2 мечты и 9 заданий — рост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План сезона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49338"/>
            <a:ext cx="2526079" cy="112068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50 монет на 3 дня по банкам «Нужное», «Хочу», копилка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300" b="1">
                <a:solidFill>
                  <a:srgbClr val="520978"/>
                </a:solidFill>
              </a:rPr>
              <a:t>Задания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49338"/>
            <a:ext cx="2526079" cy="112068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Объяснение при любом ответе; 3 за один заход — новая покупка в лавке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400000" cy="376138"/>
          </a:xfrm>
        </p:spPr>
        <p:txBody>
          <a:bodyPr/>
          <a:lstStyle/>
          <a:p>
            <a:r>
              <a:t>СЕЗОН И ЭКОНОМИКА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32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Цикл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Сезон: план по банкам, события, покупки, копилка, итоги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Рост питомца: 3 стадии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Прогресс сохраняется на устройстве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Контент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30 заданий, 6 тем, 2 уровня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36 событий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31 товар, еда по виду питомца; 3 мечты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Словарик: 13 терминов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Для проверки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Демонстрационный режим: дни подряд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Раздел взрослого за барьером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Сброс тестового профиля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Границы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Без реальных денег, рекламы и покупок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Без сети и персональных данных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Вне прототипа: несколько профилей, смена сложности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960000" cy="376138"/>
          </a:xfrm>
        </p:spPr>
        <p:txBody>
          <a:bodyPr/>
          <a:lstStyle/>
          <a:p>
            <a:r>
              <a:t>ФУНКЦИИ И ГРАНИЦЫ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522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Двор: разделы — предметы с подписями, одна подсказка за раз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План сезона: 50 монет по трём банкам, «+» не выходит за баланс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Событие дня: выбор, реакция питомца и подсказка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100" b="0">
                <a:solidFill>
                  <a:srgbClr val="1C1D22"/>
                </a:solidFill>
              </a:rPr>
              <a:t>Игры: «Сам» — задания и новые покупки в лавке, «С питомцем» — игра без награды</a:t>
            </a: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860000" cy="376138"/>
          </a:xfrm>
        </p:spPr>
        <p:txBody>
          <a:bodyPr/>
          <a:lstStyle/>
          <a:p>
            <a:r>
              <a:t>РЕШЕНИЯ ПО ИНТЕРФЕЙСУ</a:t>
            </a:r>
          </a:p>
        </p:txBody>
      </p:sp>
      <p:pic>
        <p:nvPicPr>
          <p:cNvPr id="17" name="Picture 16" descr="2-glavny-ekr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06" y="1116000"/>
            <a:ext cx="2085750" cy="37080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18" name="Picture 17" descr="3-plan-byudzhe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374" y="1116000"/>
            <a:ext cx="2085750" cy="37080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19" name="Picture 18" descr="6-sobyt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0942" y="1116000"/>
            <a:ext cx="2085750" cy="37080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20" name="Picture 19" descr="5-spisok-zadani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2510" y="1116000"/>
            <a:ext cx="2085750" cy="37080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504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Стек и модули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Kotlin, Compose, Room, Coroutines/Flow; Android 8.0+.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Модули core-economy, content, data, app: правила экономики не зависят от Android.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Хранение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Локальная база Room: профиль, план, покупки, копилка, история дней, украшения.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Схемы версий 2–10 в репозитории, переходы без потери прогресса.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Учебный контент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Задания, каталог, цели, словарик — JSON в ресурсах приложения.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Новое задание — запись в JSON без изменения кода; числа в заданиях переменные.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680000" cy="376138"/>
          </a:xfrm>
        </p:spPr>
        <p:txBody>
          <a:bodyPr/>
          <a:lstStyle/>
          <a:p>
            <a:r>
              <a:t>АРХИТЕКТУРА И ДАННЫЕ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6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Тесты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311 автотестов: экономика, контент, экраны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182 тест-кейса по ТЗ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Lint: ошибок нет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Устройства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OPPO CPH2711, Android 16: сброс профиля, знакомство, задание, словарик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Xiaomi MI 5, Android 8.0: первый день сценария, перезапуск с сохранением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Эмулятор: сценарий Приложения А целиком, сезон в демо-режиме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Ограничения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Android 9–15 не проверялись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Нет автотестов переходов базы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Звуков нет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520978"/>
                </a:solidFill>
              </a:rPr>
              <a:t>План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Несколько профилей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Смена сложности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Новые темы и задания в JSON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</a:rPr>
              <a:t>Публикация в RuStore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240000" cy="376138"/>
          </a:xfrm>
        </p:spPr>
        <p:txBody>
          <a:bodyPr/>
          <a:lstStyle/>
          <a:p>
            <a:r>
              <a:t>ПРОВЕРКА И ПЛАН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200" b="1">
                <a:solidFill>
                  <a:srgbClr val="FF0053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522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Живая демонстрация — сценарий Приложения А на Android-устройстве в демонстрационном режиме: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подарок и профиль, 50 монет сезона, план по банкам, события дня, задание с объяснением и «Помоги своему питомцу» (+10 монет), покупки нужного и желаемого (в том числе при нехватке монет), копилка, итоги сезона, перезапуск с сохранением, раздел для взрослого.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>
                <a:solidFill>
                  <a:srgbClr val="1C1D22"/>
                </a:solidFill>
              </a:rPr>
              <a:t>Резервная видеозапись — до 3 минут.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Репозиторий: github.com/fibre13/finny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Сборка: finny-0.9.0-release.apk — подписанный релиз 0.9.0 (versionCode 18) в составе сдачи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Документация: README, каталог docs и «Питомец Финни — сопроводительная документация.pdf»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Видеозапись демонстрации: sdacha/finny-demo.mp4, 2 мин 48 с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1C1D22"/>
                </a:solidFill>
              </a:rPr>
              <a:t>Карточка RuStore: docs/06, снимки экрана docs/rustore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860000" cy="376138"/>
          </a:xfrm>
        </p:spPr>
        <p:txBody>
          <a:bodyPr/>
          <a:lstStyle/>
          <a:p>
            <a:r>
              <a:t>ДЕМОНСТРАЦИЯ И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11025</TotalTime>
  <Words>1510</Words>
  <Application>Microsoft Office PowerPoint</Application>
  <PresentationFormat>Widescreen</PresentationFormat>
  <Paragraphs>194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Montserrat</vt:lpstr>
      <vt:lpstr>Wingdings</vt:lpstr>
      <vt:lpstr>Для Академия инноваторов 16_9</vt:lpstr>
      <vt:lpstr>Проект на двоих (One for two)</vt:lpstr>
      <vt:lpstr>PowerPoint Presentation</vt:lpstr>
      <vt:lpstr>СОСТАВ КОМАНДЫ</vt:lpstr>
      <vt:lpstr>О КОМАНДЕ</vt:lpstr>
      <vt:lpstr>КОРОТКО О РЕШЕНИИ</vt:lpstr>
      <vt:lpstr>ПРОБЛЕМА И АУДИТОРИЯ</vt:lpstr>
      <vt:lpstr>ОБРАЗОВАТЕЛЬНЫЕ РЕЗУЛЬТАТЫ</vt:lpstr>
      <vt:lpstr>ПОЧЕМУ ПИТОМЕЦ</vt:lpstr>
      <vt:lpstr>СЕЗОН И ЭКОНОМИКА</vt:lpstr>
      <vt:lpstr>ФУНКЦИИ И ГРАНИЦЫ</vt:lpstr>
      <vt:lpstr>РЕШЕНИЯ ПО ИНТЕРФЕЙСУ</vt:lpstr>
      <vt:lpstr>АРХИТЕКТУРА И ДАННЫЕ</vt:lpstr>
      <vt:lpstr>ПРОВЕРКА И ПЛАН</vt:lpstr>
      <vt:lpstr>ДЕМОНСТРАЦИЯ И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Питомец Финни — презентация</dc:title>
  <dc:creator>Владимир Чугунов; Ольга Симонова</dc:creator>
  <cp:lastModifiedBy>Владимир Чугунов</cp:lastModifiedBy>
  <cp:revision>96</cp:revision>
  <dcterms:created xsi:type="dcterms:W3CDTF">2023-05-15T07:36:23Z</dcterms:created>
  <dcterms:modified xsi:type="dcterms:W3CDTF">2026-09-29T19:01:10Z</dcterms:modified>
</cp:coreProperties>
</file>